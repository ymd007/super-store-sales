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Importance of Univariate Analysis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Foundational Discipline in Data Science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5303520"/>
            <a:ext cx="1828800" cy="7315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Univariate Analysis?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Examining a single variable in isolation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its behavior, shape, and quirks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studying relationships with other variables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first conversation you have with each column of 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448056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for every downstream decision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Essential Questions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37744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does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typical value sit?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Mean, Median, Mode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188720"/>
            <a:ext cx="237744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Spread/Dispersion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10312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much do values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vary around center?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Std Dev, IQR, Range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577840" y="1188720"/>
            <a:ext cx="2377440" cy="347472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2103120"/>
            <a:ext cx="2011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is 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distributed?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Skewness, Kurtosis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Categorical Variables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Focus on frequency counts and proportions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which categories dominate vs. rare classes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Detect inconsistent encodings (Male, male, M)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 check: Do some categories overwhelm others?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448056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Tools: Bar charts, pie charts (sparingly), frequency tables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First Defense Against Bad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solidFill>
            <a:srgbClr val="F5F5F5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59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Exposes age = -37, dates = 1900, 90% nulls BEFORE they poison your models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Univariate Analysis Matters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Feature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Skewness → log transform. Outliers → winsorization.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1783080"/>
            <a:ext cx="32004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2024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Model Selection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Assumptions about normality, homogeneity, linearity.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560320"/>
            <a:ext cx="32004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9748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Data Leakage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Strange bimodal distributions. Too-good-to-be-true variables.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3337560"/>
            <a:ext cx="32004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47472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Class Imbalance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Unbalanced targets need stratified sampling, class weights.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4114800"/>
            <a:ext cx="32004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25196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Practitioner Intuition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Wisdom that no algorithm replaces. Recognizing patterns.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840" y="4892040"/>
            <a:ext cx="32004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029200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840" y="5029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Communication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Simple facts for non-technical audiences. Legible to stakeholders.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05840" y="5669280"/>
            <a:ext cx="3200400" cy="18288"/>
          </a:xfrm>
          <a:prstGeom prst="rect">
            <a:avLst/>
          </a:prstGeom>
          <a:solidFill>
            <a:srgbClr val="F5F5F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Problems Univariate Catches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 of -37 or 200+ → Obvious data entry errors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Salary in different currencies with no labels → Model trained on garbage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Dates from year 1900 used as nulls → Silent temporal corruption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90% of column is null → Unusable feature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448056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Spike at zero in continuous data → Signals a measurement issue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Univariate Sits in the Spectrum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645920" cy="1828800"/>
          </a:xfrm>
          <a:prstGeom prst="rect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variable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isolation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2468880"/>
            <a:ext cx="274320" cy="27432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1645920"/>
            <a:ext cx="16459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variables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their relationship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468880"/>
            <a:ext cx="274320" cy="27432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645920"/>
            <a:ext cx="16459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or more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468880"/>
            <a:ext cx="274320" cy="274320"/>
          </a:xfrm>
          <a:prstGeom prst="triangle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645920"/>
            <a:ext cx="164592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3774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Layer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Cannot detect interactions between 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May hide important conditional dependencies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Simpson's Paradox: aggregate trends can reverse with subgroups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Univariate analysis is necessary but NOT sufficient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4480560"/>
            <a:ext cx="7589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is the beginning of understanding, not the end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Discipline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"Before reaching for any sophisticated technique, the best data scientists have already looked, carefully and curiously, at every column."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 enforces PATIENCE and INTELLECTUAL HUMILITY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 of Univariate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Always start here before multivariate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Understand central tendency, spread, and shape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Detect anomalies and bad data immediately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Inform feature engineering and transformations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Guide model selection and assumptions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Build intuition and practitioner wisdom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Foundation for stakeholder communication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Skip Univariate Analysis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 is where every good data science project begins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566160"/>
            <a:ext cx="22860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LOOK AT YOUR DATA.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 CURIOUS.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what each variable is trying to tell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2026-04-25T02:55:07Z</dcterms:created>
  <dcterms:modified xsi:type="dcterms:W3CDTF">2026-04-25T02:55:07Z</dcterms:modified>
</cp:coreProperties>
</file>